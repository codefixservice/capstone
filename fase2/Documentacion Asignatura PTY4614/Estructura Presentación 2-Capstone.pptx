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6" r:id="rId10"/>
    <p:sldId id="263" r:id="rId11"/>
    <p:sldId id="264" r:id="rId12"/>
    <p:sldId id="265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5" roundtripDataSignature="AMtx7mgQbno2VY8VgKM6mnRn2IXmwc9u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9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407886" y="1398133"/>
            <a:ext cx="9144000" cy="1620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/>
            <a:r>
              <a:rPr lang="es-CL" dirty="0"/>
              <a:t>Presentación </a:t>
            </a:r>
            <a:r>
              <a:rPr lang="es-CL" dirty="0" err="1"/>
              <a:t>Capstone</a:t>
            </a:r>
            <a:br>
              <a:rPr lang="es-CL" dirty="0"/>
            </a:br>
            <a:r>
              <a:rPr lang="es-CL" sz="3200" dirty="0"/>
              <a:t>“</a:t>
            </a:r>
            <a:r>
              <a:rPr lang="es-ES" sz="3200" dirty="0"/>
              <a:t>SmartFlow – Sistema de Gestión y Reservas</a:t>
            </a:r>
            <a:r>
              <a:rPr lang="es-CL" sz="3200" dirty="0"/>
              <a:t>”</a:t>
            </a:r>
            <a:endParaRPr dirty="0"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562999"/>
            <a:ext cx="9144000" cy="1620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s-CL" sz="3200" dirty="0"/>
              <a:t>Ingeniería Informática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 dirty="0"/>
              <a:t>Escuela de Informática y Telecomunicaciones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 dirty="0"/>
              <a:t>Sede Puente Alto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 dirty="0"/>
              <a:t>2025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555827" y="2315666"/>
            <a:ext cx="2993823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1" name="Google Shape;91;p2"/>
          <p:cNvGrpSpPr/>
          <p:nvPr/>
        </p:nvGrpSpPr>
        <p:grpSpPr>
          <a:xfrm>
            <a:off x="3987233" y="1265474"/>
            <a:ext cx="7048554" cy="5028999"/>
            <a:chOff x="0" y="0"/>
            <a:chExt cx="7048554" cy="3952411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6781017" cy="1727185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5E81C9"/>
                </a:gs>
                <a:gs pos="50000">
                  <a:srgbClr val="3B70C9"/>
                </a:gs>
                <a:gs pos="100000">
                  <a:srgbClr val="2E60B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462952" y="0"/>
              <a:ext cx="5318064" cy="10674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000" tIns="80000" rIns="80000" bIns="80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Mallely</a:t>
              </a: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s-ES" sz="2100" b="0" i="0" u="none" strike="noStrike" cap="none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Calfilaf</a:t>
              </a: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Aguayo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Cargo: Gerente de Proyecto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desempeñadas: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Coordinación general del  proyecto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Gestión de planificación y control de hitos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Supervisión de documentación formal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endParaRPr sz="16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06749" y="106749"/>
              <a:ext cx="1356203" cy="1525003"/>
            </a:xfrm>
            <a:prstGeom prst="roundRect">
              <a:avLst>
                <a:gd name="adj" fmla="val 10000"/>
              </a:avLst>
            </a:prstGeom>
            <a:solidFill>
              <a:srgbClr val="BFC8E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06749" y="1941913"/>
              <a:ext cx="6781017" cy="201049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5E81C9"/>
                </a:gs>
                <a:gs pos="50000">
                  <a:srgbClr val="3B70C9"/>
                </a:gs>
                <a:gs pos="100000">
                  <a:srgbClr val="2E60B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730490" y="2019998"/>
              <a:ext cx="5318064" cy="15697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000" tIns="80000" rIns="80000" bIns="80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Josué Castillo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Cargo: Jefe de Proyecto / Desarrollador Funciones desempeñadas:</a:t>
              </a:r>
            </a:p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</a:t>
              </a:r>
              <a:r>
                <a:rPr lang="es-ES" sz="2100" b="0" i="0" u="none" strike="noStrike" cap="none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backend</a:t>
              </a: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y </a:t>
              </a:r>
              <a:r>
                <a:rPr lang="es-ES" sz="2100" b="0" i="0" u="none" strike="noStrike" cap="none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frontend</a:t>
              </a: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del sistema </a:t>
              </a:r>
              <a:r>
                <a:rPr lang="es-ES" sz="2100" b="0" i="0" u="none" strike="noStrike" cap="none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SmartFlowDiseño</a:t>
              </a: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de arquitectura, base de datos y lógica de </a:t>
              </a:r>
              <a:r>
                <a:rPr lang="es-ES" sz="2100" b="0" i="0" u="none" strike="noStrike" cap="none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negocioCreación</a:t>
              </a:r>
              <a:r>
                <a:rPr lang="es-ES" sz="21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e implementación de módulos CRUD y módulo de reservas</a:t>
              </a:r>
              <a:endParaRPr sz="16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240518" y="2019998"/>
              <a:ext cx="1356203" cy="1764835"/>
            </a:xfrm>
            <a:prstGeom prst="roundRect">
              <a:avLst>
                <a:gd name="adj" fmla="val 10000"/>
              </a:avLst>
            </a:prstGeom>
            <a:solidFill>
              <a:srgbClr val="BFC8E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74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"/>
          <p:cNvSpPr txBox="1">
            <a:spLocks noGrp="1"/>
          </p:cNvSpPr>
          <p:nvPr>
            <p:ph type="title"/>
          </p:nvPr>
        </p:nvSpPr>
        <p:spPr>
          <a:xfrm>
            <a:off x="641252" y="1068511"/>
            <a:ext cx="10515600" cy="520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Diseño del Sistema</a:t>
            </a:r>
            <a:endParaRPr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786BF2D3-D253-D400-DD17-A1CFE5640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21322"/>
            <a:ext cx="12014791" cy="35427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9"/>
          <p:cNvSpPr txBox="1">
            <a:spLocks noGrp="1"/>
          </p:cNvSpPr>
          <p:nvPr>
            <p:ph type="title"/>
          </p:nvPr>
        </p:nvSpPr>
        <p:spPr>
          <a:xfrm>
            <a:off x="641252" y="1068511"/>
            <a:ext cx="10515600" cy="64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Diseño del Sistema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161CB9-34E4-5D97-E938-32D5244E7D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4098"/>
          <a:stretch>
            <a:fillRect/>
          </a:stretch>
        </p:blipFill>
        <p:spPr>
          <a:xfrm>
            <a:off x="641252" y="1917519"/>
            <a:ext cx="3731102" cy="4439738"/>
          </a:xfrm>
          <a:prstGeom prst="rect">
            <a:avLst/>
          </a:prstGeom>
        </p:spPr>
      </p:pic>
      <p:pic>
        <p:nvPicPr>
          <p:cNvPr id="3" name="Picture 1">
            <a:extLst>
              <a:ext uri="{FF2B5EF4-FFF2-40B4-BE49-F238E27FC236}">
                <a16:creationId xmlns:a16="http://schemas.microsoft.com/office/drawing/2014/main" id="{E52BFBA1-373D-3446-54B0-61C2608B16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701"/>
          <a:stretch>
            <a:fillRect/>
          </a:stretch>
        </p:blipFill>
        <p:spPr>
          <a:xfrm>
            <a:off x="5257800" y="1776920"/>
            <a:ext cx="3407229" cy="48843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886C0-901C-A769-BC5B-5DAE5C363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Diagrama de Base Datos </a:t>
            </a:r>
            <a:endParaRPr lang="es-CL" dirty="0"/>
          </a:p>
        </p:txBody>
      </p: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AF2D2E3C-1C40-9E56-116B-84BBB478C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42" y="2543449"/>
            <a:ext cx="10670745" cy="140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763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0"/>
          <p:cNvSpPr txBox="1">
            <a:spLocks noGrp="1"/>
          </p:cNvSpPr>
          <p:nvPr>
            <p:ph type="title"/>
          </p:nvPr>
        </p:nvSpPr>
        <p:spPr>
          <a:xfrm>
            <a:off x="663024" y="937883"/>
            <a:ext cx="10515600" cy="636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Arquitectura del Sistema</a:t>
            </a:r>
            <a:endParaRPr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DF04920-160E-CBA3-144C-A011F79AE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006" y="1989174"/>
            <a:ext cx="4333875" cy="3581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"/>
          <p:cNvSpPr txBox="1">
            <a:spLocks noGrp="1"/>
          </p:cNvSpPr>
          <p:nvPr>
            <p:ph type="title"/>
          </p:nvPr>
        </p:nvSpPr>
        <p:spPr>
          <a:xfrm>
            <a:off x="706567" y="901597"/>
            <a:ext cx="10515600" cy="586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 dirty="0"/>
              <a:t>Arquitectura del Sistema</a:t>
            </a:r>
            <a:endParaRPr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15FB4C3-3B7A-F4FF-EB51-D64567A49D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902" y="1584695"/>
            <a:ext cx="6223000" cy="46672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2"/>
          <p:cNvSpPr txBox="1">
            <a:spLocks noGrp="1"/>
          </p:cNvSpPr>
          <p:nvPr>
            <p:ph type="title"/>
          </p:nvPr>
        </p:nvSpPr>
        <p:spPr>
          <a:xfrm>
            <a:off x="641252" y="1068511"/>
            <a:ext cx="10515600" cy="64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Tecnologías del Desarrollo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1D4360-90F8-9DB8-6D9A-9B2EC9134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481" y="2094835"/>
            <a:ext cx="8465314" cy="40826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33A1E-65EB-D899-1C58-E85EB3C64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TO BE Y AS IS</a:t>
            </a:r>
            <a:endParaRPr lang="es-CL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4A42DB5F-614C-3D74-5E23-84FD2B7F1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2299"/>
            <a:ext cx="4343400" cy="3705987"/>
          </a:xfrm>
          <a:prstGeom prst="rect">
            <a:avLst/>
          </a:prstGeom>
        </p:spPr>
      </p:pic>
      <p:pic>
        <p:nvPicPr>
          <p:cNvPr id="4" name="Imagen 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208F1566-F1B6-B365-1650-AD499D7998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686" y="1277347"/>
            <a:ext cx="7343799" cy="4934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806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3"/>
          <p:cNvSpPr txBox="1">
            <a:spLocks noGrp="1"/>
          </p:cNvSpPr>
          <p:nvPr>
            <p:ph type="title"/>
          </p:nvPr>
        </p:nvSpPr>
        <p:spPr>
          <a:xfrm>
            <a:off x="753794" y="70274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Planificación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39B6B1-C0CD-3879-2E97-0AE7DF27D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578" y="1658015"/>
            <a:ext cx="8045127" cy="50936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4"/>
          <p:cNvSpPr txBox="1">
            <a:spLocks noGrp="1"/>
          </p:cNvSpPr>
          <p:nvPr>
            <p:ph type="title"/>
          </p:nvPr>
        </p:nvSpPr>
        <p:spPr>
          <a:xfrm>
            <a:off x="710252" y="775322"/>
            <a:ext cx="10515600" cy="1118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Resumen de Costos Estimados del Proyecto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F8B4519-1A1D-D23A-9C44-FFE407F22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2747" y="2032592"/>
            <a:ext cx="6587868" cy="424061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2988E83-CEAE-31C5-BC36-AD43B246D6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91" y="4706944"/>
            <a:ext cx="3801029" cy="156353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E299C23-7056-FC5F-51B9-5C8634E36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92" y="2032591"/>
            <a:ext cx="3705336" cy="253587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5"/>
          <p:cNvSpPr txBox="1"/>
          <p:nvPr/>
        </p:nvSpPr>
        <p:spPr>
          <a:xfrm>
            <a:off x="565108" y="137222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del sistema desarrollado en vivo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3036</TotalTime>
  <Words>127</Words>
  <Application>Microsoft Office PowerPoint</Application>
  <PresentationFormat>Panorámica</PresentationFormat>
  <Paragraphs>25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Tema de Office</vt:lpstr>
      <vt:lpstr>Presentación Capstone “SmartFlow – Sistema de Gestión y Reservas”</vt:lpstr>
      <vt:lpstr>Presentación de PowerPoint</vt:lpstr>
      <vt:lpstr>Diseño del Sistema</vt:lpstr>
      <vt:lpstr>Diseño del Sistema</vt:lpstr>
      <vt:lpstr>Diagrama de Base Datos </vt:lpstr>
      <vt:lpstr>Arquitectura del Sistema</vt:lpstr>
      <vt:lpstr>Arquitectura del Sistema</vt:lpstr>
      <vt:lpstr>Tecnologías del Desarrollo</vt:lpstr>
      <vt:lpstr>TO BE Y AS IS</vt:lpstr>
      <vt:lpstr>Planificación</vt:lpstr>
      <vt:lpstr>Resumen de Costos Estimados del Proyecto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Sala_</dc:creator>
  <cp:lastModifiedBy>JUAN JOSUE CASTILLO LOYOLA</cp:lastModifiedBy>
  <cp:revision>6</cp:revision>
  <dcterms:created xsi:type="dcterms:W3CDTF">2015-07-01T15:45:01Z</dcterms:created>
  <dcterms:modified xsi:type="dcterms:W3CDTF">2025-11-27T02:20:35Z</dcterms:modified>
</cp:coreProperties>
</file>